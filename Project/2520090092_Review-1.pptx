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4x3"/>
  <p:notesSz cx="6858000" cy="9144000"/>
  <p:embeddedFontLst>
    <p:embeddedFont>
      <p:font typeface="Calibri" panose="020F050202020403020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886991"/>
            <a:ext cx="1071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Inter"/>
              </a:rPr>
              <a:t>DBMS MINI PROJECT — REVIEW 1</a:t>
            </a:r>
            <a:endParaRPr sz="1350" b="1" i="0" u="none">
              <a:solidFill>
                <a:srgbClr val="10B981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315616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Architecture &amp; System Design</a:t>
            </a:r>
            <a:endParaRPr sz="48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961358"/>
            <a:ext cx="8667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Technology stack, multi-tier architecture, and normalized MySQL schema design.</a:t>
            </a:r>
            <a:endParaRPr sz="18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9780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30960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141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33321" y="4076700"/>
            <a:ext cx="2286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APPLICATION FLOW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Proposed System Lifecycle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3605212"/>
            <a:ext cx="23202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1. Registration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3967162"/>
            <a:ext cx="18630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Enrol student and face vector into MySQL.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10780" y="3605212"/>
            <a:ext cx="23202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2. Credentials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0780" y="3967162"/>
            <a:ext cx="18630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Student selects section and enters roll number.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1960" y="3605212"/>
            <a:ext cx="23202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3. Capture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11960" y="3967162"/>
            <a:ext cx="18630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Extract facial feature vector from webcam frame.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13141" y="3605212"/>
            <a:ext cx="23202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4. Match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13141" y="3967162"/>
            <a:ext cx="18630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Compare captured vector against stored vector.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14321" y="3605212"/>
            <a:ext cx="232021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5. Log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14321" y="3967162"/>
            <a:ext cx="18630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Insert timestamped row into attendance log.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1650"/>
            <a:ext cx="3454449" cy="447675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771650"/>
            <a:ext cx="3454449" cy="447675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771650"/>
            <a:ext cx="3454449" cy="447675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600" y="3114675"/>
            <a:ext cx="26924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49849" y="3114675"/>
            <a:ext cx="26924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9099" y="3114675"/>
            <a:ext cx="26924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15265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49" y="215265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99" y="2152650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STACK SELECTION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Technology Identification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0600" y="2686050"/>
            <a:ext cx="292708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Frontend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49849" y="2686050"/>
            <a:ext cx="292708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Vision Module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09099" y="2686050"/>
            <a:ext cx="292708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Database &amp; Env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0600" y="336232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HTML5 / CSS3: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Forms and status display.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600" y="391477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JavaScript: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Live camera preview control.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9849" y="336232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Computer Vision: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Face detection.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49849" y="391477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Face Matcher API: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Vector encoding.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49849" y="446722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Matcher Engine: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Similarity comparison.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9099" y="336232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MySQL Server: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Relational master data.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9099" y="391477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SQL / DML: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Report queries and logging.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09099" y="4467225"/>
            <a:ext cx="2787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Hardware: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720p Webcam, Dual-core CPU.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1650"/>
            <a:ext cx="3454449" cy="447675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771650"/>
            <a:ext cx="3454449" cy="447675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771650"/>
            <a:ext cx="3454449" cy="4476750"/>
          </a:xfrm>
          <a:prstGeom prst="roundRect">
            <a:avLst>
              <a:gd name="adj" fmla="val 2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771650"/>
            <a:ext cx="3454449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1771650"/>
            <a:ext cx="3454449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1771650"/>
            <a:ext cx="3454449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SYSTEM ARCHITECTURE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Three-Tier Design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2209800"/>
            <a:ext cx="35338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Presentation Layer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9849" y="2209800"/>
            <a:ext cx="35338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Application Layer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9099" y="2209800"/>
            <a:ext cx="35338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Database Layer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9200" y="2714625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B82F6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Login and Enrolment forms.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19200" y="3067050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B82F6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Live camera feed display.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9200" y="3419475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B82F6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Success or mismatch status.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78449" y="2714625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5CF6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Credential validation logic.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78449" y="3067050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5CF6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Face detection algorithms.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78449" y="3419475"/>
            <a:ext cx="2559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5CF6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Biometric matcher comparison.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37699" y="2714625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MySQL Server execution.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7699" y="3067050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Persistent SQL read/write.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37699" y="3419475"/>
            <a:ext cx="31369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Inter"/>
              </a:rPr>
              <a:t>•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Vector and log storage.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71650"/>
            <a:ext cx="3454449" cy="4476750"/>
          </a:xfrm>
          <a:prstGeom prst="roundRect">
            <a:avLst>
              <a:gd name="adj" fmla="val 220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771650"/>
            <a:ext cx="3454449" cy="4476750"/>
          </a:xfrm>
          <a:prstGeom prst="roundRect">
            <a:avLst>
              <a:gd name="adj" fmla="val 220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771650"/>
            <a:ext cx="3454449" cy="4476750"/>
          </a:xfrm>
          <a:prstGeom prst="roundRect">
            <a:avLst>
              <a:gd name="adj" fmla="val 2205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125" y="1781175"/>
            <a:ext cx="3435399" cy="5238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23050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" y="2819400"/>
            <a:ext cx="3435399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" y="33337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" y="3848100"/>
            <a:ext cx="3435399" cy="504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8374" y="1781175"/>
            <a:ext cx="3435399" cy="5238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8374" y="23050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8374" y="2819400"/>
            <a:ext cx="3435399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8374" y="3333750"/>
            <a:ext cx="3435399" cy="5048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7624" y="1781175"/>
            <a:ext cx="3435399" cy="5238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7624" y="23050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7624" y="2819400"/>
            <a:ext cx="3435399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7624" y="3333750"/>
            <a:ext cx="3435399" cy="514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7624" y="3848100"/>
            <a:ext cx="3435399" cy="504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125" y="28098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" y="332422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38385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8374" y="28098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8374" y="332422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7624" y="28098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7624" y="332422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7624" y="3838575"/>
            <a:ext cx="34353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DATA MODELING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Normalized Database Schema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525" y="1933575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JetBrains Mono"/>
              </a:rPr>
              <a:t>student_master</a:t>
            </a:r>
            <a:endParaRPr sz="1350" b="1" i="0" u="none">
              <a:solidFill>
                <a:srgbClr val="F8FAFC"/>
              </a:solidFill>
              <a:latin typeface="JetBrains Mon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1525" y="2457450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roll_no (PK)</a:t>
            </a:r>
            <a:endParaRPr sz="12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68724" y="2457450"/>
            <a:ext cx="62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VARCHAR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1525" y="2971800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name</a:t>
            </a:r>
            <a:endParaRPr sz="1200" b="0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8724" y="2971800"/>
            <a:ext cx="62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VARCHAR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1525" y="3486150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dept</a:t>
            </a:r>
            <a:endParaRPr sz="1200" b="0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68724" y="3486150"/>
            <a:ext cx="62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VARCHAR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1525" y="4000500"/>
            <a:ext cx="952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section</a:t>
            </a:r>
            <a:endParaRPr sz="1200" b="0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68724" y="4000500"/>
            <a:ext cx="62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VARCHAR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30774" y="1933575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JetBrains Mono"/>
              </a:rPr>
              <a:t>face_vectors</a:t>
            </a:r>
            <a:endParaRPr sz="1350" b="1" i="0" u="none">
              <a:solidFill>
                <a:srgbClr val="F8FAFC"/>
              </a:solidFill>
              <a:latin typeface="JetBrains Mono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30774" y="2457450"/>
            <a:ext cx="952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id (PK)</a:t>
            </a:r>
            <a:endParaRPr sz="12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32774" y="2457450"/>
            <a:ext cx="323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INT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30774" y="2971800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JetBrains Mono"/>
              </a:rPr>
              <a:t>roll_no (FK)</a:t>
            </a:r>
            <a:endParaRPr sz="1200" b="1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27974" y="2971800"/>
            <a:ext cx="62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VARCHAR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30774" y="3486150"/>
            <a:ext cx="166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encoded_vector</a:t>
            </a:r>
            <a:endParaRPr sz="1200" b="0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56574" y="3486150"/>
            <a:ext cx="400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BLOB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90024" y="1933575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JetBrains Mono"/>
              </a:rPr>
              <a:t>attendance_log</a:t>
            </a:r>
            <a:endParaRPr sz="1350" b="1" i="0" u="none">
              <a:solidFill>
                <a:srgbClr val="F8FAFC"/>
              </a:solidFill>
              <a:latin typeface="JetBrains Mon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90024" y="2457450"/>
            <a:ext cx="133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log_id (PK)</a:t>
            </a:r>
            <a:endParaRPr sz="1200" b="1" i="0" u="none">
              <a:solidFill>
                <a:srgbClr val="2563EB"/>
              </a:solidFill>
              <a:latin typeface="JetBrains Mono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192023" y="2457450"/>
            <a:ext cx="323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INT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90024" y="2971800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JetBrains Mono"/>
              </a:rPr>
              <a:t>roll_no (FK)</a:t>
            </a:r>
            <a:endParaRPr sz="1200" b="1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87223" y="2971800"/>
            <a:ext cx="628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VARCHAR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90024" y="3486150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date</a:t>
            </a:r>
            <a:endParaRPr sz="1200" b="0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115823" y="3486150"/>
            <a:ext cx="400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DATE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90024" y="4000500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time</a:t>
            </a:r>
            <a:endParaRPr sz="1200" b="0" i="0" u="none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115823" y="4000500"/>
            <a:ext cx="400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TIME</a:t>
            </a:r>
            <a:endParaRPr sz="1050" b="0" i="0" u="none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38600"/>
            <a:ext cx="4572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01963" y="2790825"/>
            <a:ext cx="4588073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End of Review 1</a:t>
            </a:r>
            <a:endParaRPr sz="36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31406" y="3505200"/>
            <a:ext cx="4929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Architecture and Design Phase Completed.</a:t>
            </a:r>
            <a:endParaRPr sz="15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WPS Presentation</Application>
  <PresentationFormat>On-screen Show (4:3)</PresentationFormat>
  <Paragraphs>142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Arial</vt:lpstr>
      <vt:lpstr>Inter</vt:lpstr>
      <vt:lpstr>Segoe Print</vt:lpstr>
      <vt:lpstr>JetBrains Mono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WPS_1691586764</cp:lastModifiedBy>
  <cp:revision>2</cp:revision>
  <dcterms:created xsi:type="dcterms:W3CDTF">2013-01-27T09:14:00Z</dcterms:created>
  <dcterms:modified xsi:type="dcterms:W3CDTF">2026-10-03T06:12:10Z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EF5FBB4999344004BD4B186D264AB0F8_12</vt:lpwstr>
  </property>
  <property fmtid="{D5CDD505-2E9C-101B-9397-08002B2CF9AE}" pid="3" name="KSOProductBuildVer">
    <vt:lpwstr>2057-12.2.0.23206</vt:lpwstr>
  </property>
</Properties>
</file>