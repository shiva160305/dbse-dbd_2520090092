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 type="screen4x3"/>
  <p:notesSz cx="6858000" cy="9144000"/>
  <p:embeddedFontLst>
    <p:embeddedFont>
      <p:font typeface="Calibri" panose="020F050202020403020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360265"/>
            <a:ext cx="10715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A855F7"/>
                </a:solidFill>
                <a:latin typeface="Inter"/>
              </a:rPr>
              <a:t>DBMS MINI PROJECT — REVIEW 2</a:t>
            </a:r>
            <a:endParaRPr sz="1350" b="1" i="0" u="none">
              <a:solidFill>
                <a:srgbClr val="A855F7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788890"/>
            <a:ext cx="11251406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Implementation &amp; Scope</a:t>
            </a:r>
            <a:endParaRPr sz="48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764160"/>
            <a:ext cx="107156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Vision module pipeline execution, project boundaries, and deployment status.</a:t>
            </a:r>
            <a:endParaRPr sz="18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3250"/>
            <a:ext cx="2328862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90912" y="3143250"/>
            <a:ext cx="2328862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2225" y="3143250"/>
            <a:ext cx="2328862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53537" y="3143250"/>
            <a:ext cx="2328862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531" y="34480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2" y="4010025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843" y="344805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75" y="4010025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968" y="3448050"/>
            <a:ext cx="333375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87" y="4010025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468" y="3448050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ALGORITHMIC EXECUTION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Computer Vision Pipeline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5765" y="3981450"/>
            <a:ext cx="225653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1. Input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9492" y="4343400"/>
            <a:ext cx="214907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Webcam frame capture.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27077" y="3981450"/>
            <a:ext cx="225653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2. Detection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80804" y="4343400"/>
            <a:ext cx="214907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Locate facial landmarks.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8390" y="3981450"/>
            <a:ext cx="225653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3. Encoding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2117" y="4343400"/>
            <a:ext cx="214907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Build numeric feature vector.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89702" y="3981450"/>
            <a:ext cx="225653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4. Matching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43429" y="4343400"/>
            <a:ext cx="214907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Calculate vector similarity.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247900"/>
            <a:ext cx="51816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247900"/>
            <a:ext cx="518160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62225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01942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476625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933825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391025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6222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019425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476625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933825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391025"/>
            <a:ext cx="22860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PROJECT BOUNDARIES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Scope Definition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1771650"/>
            <a:ext cx="55406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In Scope</a:t>
            </a:r>
            <a:endParaRPr sz="21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1771650"/>
            <a:ext cx="55406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64748B"/>
                </a:solidFill>
                <a:latin typeface="Inter"/>
              </a:rPr>
              <a:t>Out of Scope</a:t>
            </a:r>
            <a:endParaRPr sz="2100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90600" y="2571750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Student biometric enrolment.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90600" y="3028950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Live webcam capture.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0600" y="3486150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One-to-one verification.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0600" y="3943350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MySQL log insertion.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600" y="4400550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Instant defaulter listing.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81800" y="2571750"/>
            <a:ext cx="541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Inter"/>
              </a:rPr>
              <a:t>Mobile offline capture.</a:t>
            </a:r>
            <a:endParaRPr sz="1800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81800" y="3028950"/>
            <a:ext cx="541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Inter"/>
              </a:rPr>
              <a:t>Multi-campus cloud sync.</a:t>
            </a:r>
            <a:endParaRPr sz="1800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81800" y="3486150"/>
            <a:ext cx="541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Inter"/>
              </a:rPr>
              <a:t>Liveness photo detection.</a:t>
            </a:r>
            <a:endParaRPr sz="1800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1800" y="3943350"/>
            <a:ext cx="541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Inter"/>
              </a:rPr>
              <a:t>Payroll timetable links.</a:t>
            </a:r>
            <a:endParaRPr sz="1800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81800" y="4400550"/>
            <a:ext cx="541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Inter"/>
              </a:rPr>
              <a:t>Full classroom recognition.</a:t>
            </a:r>
            <a:endParaRPr sz="1800" b="1" i="0" u="none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7851" y="2319337"/>
            <a:ext cx="10376296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Inter"/>
              </a:rPr>
              <a:t>Questions &amp; Answers Session</a:t>
            </a:r>
            <a:endParaRPr sz="42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3062" y="3195637"/>
            <a:ext cx="89058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Inter"/>
              </a:rPr>
              <a:t>Thank you for your time. The demonstration environment is ready.</a:t>
            </a:r>
            <a:endParaRPr sz="18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25390" y="4081462"/>
            <a:ext cx="59412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SMART ATTENDANCE SYSTEM USING FACE RECOGNITION</a:t>
            </a:r>
            <a:endParaRPr sz="120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70609" y="4348162"/>
            <a:ext cx="62507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A855F7"/>
                </a:solidFill>
                <a:latin typeface="Inter"/>
              </a:rPr>
              <a:t>Department of Computer Science &amp; Engineering | DBMS Project Viva</a:t>
            </a:r>
            <a:endParaRPr sz="1200" b="1" i="0" u="none">
              <a:solidFill>
                <a:srgbClr val="A855F7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WPS Presentation</Application>
  <PresentationFormat>On-screen Show (4:3)</PresentationFormat>
  <Paragraphs>62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Arial</vt:lpstr>
      <vt:lpstr>Inter</vt:lpstr>
      <vt:lpstr>Segoe Print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WPS_1691586764</cp:lastModifiedBy>
  <cp:revision>2</cp:revision>
  <dcterms:created xsi:type="dcterms:W3CDTF">2013-01-27T09:14:00Z</dcterms:created>
  <dcterms:modified xsi:type="dcterms:W3CDTF">2026-10-03T06:12:26Z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1418A070D7F448A39CE64B5668B54677_12</vt:lpwstr>
  </property>
  <property fmtid="{D5CDD505-2E9C-101B-9397-08002B2CF9AE}" pid="3" name="KSOProductBuildVer">
    <vt:lpwstr>2057-12.2.0.23206</vt:lpwstr>
  </property>
</Properties>
</file>