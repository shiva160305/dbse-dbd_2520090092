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 type="screen4x3"/>
  <p:notesSz cx="6858000" cy="9144000"/>
  <p:embeddedFontLst>
    <p:embeddedFont>
      <p:font typeface="Calibri" panose="020F050202020403020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4202310"/>
            <a:ext cx="9525000" cy="1375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202310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280219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DBMS MINI PROJECT — REVIEW 0</a:t>
            </a:r>
            <a:endParaRPr sz="1200" b="1" i="0" u="none">
              <a:solidFill>
                <a:srgbClr val="38BDF8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1623119"/>
            <a:ext cx="10101262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Inter"/>
              </a:rPr>
              <a:t>Smart Attendance System Using Face Recognition</a:t>
            </a:r>
            <a:endParaRPr sz="4800" b="1" i="0" u="none">
              <a:solidFill>
                <a:srgbClr val="F8FAFC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3192660"/>
            <a:ext cx="96202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94A3B8"/>
                </a:solidFill>
                <a:latin typeface="Inter"/>
              </a:rPr>
              <a:t>Automated student verification with biometric matching and centralised MySQL record keeping.</a:t>
            </a:r>
            <a:endParaRPr sz="1800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4516635"/>
            <a:ext cx="372665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PROJECT TEAM</a:t>
            </a:r>
            <a:endParaRPr sz="10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00525" y="4516635"/>
            <a:ext cx="3429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DEPARTMENT</a:t>
            </a:r>
            <a:endParaRPr sz="10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00525" y="4754760"/>
            <a:ext cx="3429000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Computer Science &amp; Engineering</a:t>
            </a:r>
            <a:endParaRPr sz="1350" b="1" i="0" u="none">
              <a:solidFill>
                <a:srgbClr val="F8FAFC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4754760"/>
            <a:ext cx="3726656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V. Shiva Venkata Sai (2520090092)</a:t>
            </a:r>
            <a:endParaRPr sz="1350" b="1" i="0" u="none">
              <a:solidFill>
                <a:srgbClr val="F8FAFC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5029051"/>
            <a:ext cx="3726656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V. Sathvik (2520090097)</a:t>
            </a:r>
            <a:endParaRPr sz="1350" b="1" i="0" u="none">
              <a:solidFill>
                <a:srgbClr val="F8FAFC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" y="5303341"/>
            <a:ext cx="3726656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8FAFC"/>
                </a:solidFill>
                <a:latin typeface="Inter"/>
              </a:rPr>
              <a:t>R. Pranav (2520090109)</a:t>
            </a:r>
            <a:endParaRPr sz="1350" b="1" i="0" u="none">
              <a:solidFill>
                <a:srgbClr val="F8FAFC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1787"/>
            <a:ext cx="2571750" cy="2276475"/>
          </a:xfrm>
          <a:prstGeom prst="roundRect">
            <a:avLst>
              <a:gd name="adj" fmla="val 669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733675"/>
            <a:ext cx="2571750" cy="2552700"/>
          </a:xfrm>
          <a:prstGeom prst="roundRect">
            <a:avLst>
              <a:gd name="adj" fmla="val 597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733675"/>
            <a:ext cx="2571750" cy="2552700"/>
          </a:xfrm>
          <a:prstGeom prst="roundRect">
            <a:avLst>
              <a:gd name="adj" fmla="val 597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733675"/>
            <a:ext cx="2571750" cy="2552700"/>
          </a:xfrm>
          <a:prstGeom prst="roundRect">
            <a:avLst>
              <a:gd name="adj" fmla="val 597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6875" y="325278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3114675"/>
            <a:ext cx="40005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114675"/>
            <a:ext cx="51435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9350" y="3114675"/>
            <a:ext cx="51435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THE CHALLENGE</a:t>
            </a:r>
            <a:endParaRPr sz="1050" b="1" i="0" u="none">
              <a:solidFill>
                <a:srgbClr val="2563EB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Problem Statement</a:t>
            </a:r>
            <a:endParaRPr sz="30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7814" y="3938587"/>
            <a:ext cx="257532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Lost Time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9131" y="4367212"/>
            <a:ext cx="24526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10 minutes lost per lecture.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08164" y="3800475"/>
            <a:ext cx="2575321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Proxy Attendance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69481" y="4505325"/>
            <a:ext cx="24526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Trivial delegation by peers.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08514" y="3800475"/>
            <a:ext cx="2575321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Transcription Errors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69831" y="4505325"/>
            <a:ext cx="24526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Manual spreadsheet data entry.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08864" y="3800475"/>
            <a:ext cx="2575321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No Instant Reports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70181" y="4505325"/>
            <a:ext cx="24526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Inter"/>
              </a:rPr>
              <a:t>Defaulter lists require manual counting.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87103" y="33861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834" y="33861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92565" y="33861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95296" y="33861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4206" y="3586162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937" y="3586162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668" y="3586162"/>
            <a:ext cx="238125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2071687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CURRENT WORKFLOW</a:t>
            </a:r>
            <a:endParaRPr sz="1050" b="1" i="0" u="none">
              <a:solidFill>
                <a:srgbClr val="2563EB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2309812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How attendance is handled today</a:t>
            </a:r>
            <a:endParaRPr sz="30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44228" y="338613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1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0530" y="4224337"/>
            <a:ext cx="196274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Paper Register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4590" y="4586287"/>
            <a:ext cx="2714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Physical roll call by faculty.</a:t>
            </a:r>
            <a:endParaRPr sz="13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46959" y="338613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2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94521" y="4224337"/>
            <a:ext cx="18002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Verbal Check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26618" y="4586287"/>
            <a:ext cx="2536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Identity is never verified.</a:t>
            </a:r>
            <a:endParaRPr sz="13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49690" y="338613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Inter"/>
              </a:rPr>
              <a:t>3</a:t>
            </a:r>
            <a:endParaRPr sz="18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03503" y="4224337"/>
            <a:ext cx="178772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Manual Entry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50756" y="4586287"/>
            <a:ext cx="2893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Duplicated effort and errors.</a:t>
            </a:r>
            <a:endParaRPr sz="13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852421" y="338613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u="none">
                <a:solidFill>
                  <a:srgbClr val="FFFFFF"/>
                </a:solidFill>
                <a:latin typeface="Inter"/>
              </a:rPr>
              <a:t>!</a:t>
            </a:r>
            <a:endParaRPr sz="1800" b="1" i="0" u="none">
              <a:solidFill>
                <a:srgbClr val="FFFFFF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18736" y="4224337"/>
            <a:ext cx="176272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F172A"/>
                </a:solidFill>
                <a:latin typeface="Inter"/>
              </a:rPr>
              <a:t>Isolated Data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984456" y="4586287"/>
            <a:ext cx="2631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No shared central record.</a:t>
            </a:r>
            <a:endParaRPr sz="1350" b="0" i="0" u="none">
              <a:solidFill>
                <a:srgbClr val="64748B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5087"/>
            <a:ext cx="3505200" cy="1390650"/>
          </a:xfrm>
          <a:prstGeom prst="roundRect">
            <a:avLst>
              <a:gd name="adj" fmla="val 8219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05087"/>
            <a:ext cx="3505200" cy="1390650"/>
          </a:xfrm>
          <a:prstGeom prst="roundRect">
            <a:avLst>
              <a:gd name="adj" fmla="val 8219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05087"/>
            <a:ext cx="3505200" cy="1390650"/>
          </a:xfrm>
          <a:prstGeom prst="roundRect">
            <a:avLst>
              <a:gd name="adj" fmla="val 8219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224337"/>
            <a:ext cx="3505200" cy="1190625"/>
          </a:xfrm>
          <a:prstGeom prst="roundRect">
            <a:avLst>
              <a:gd name="adj" fmla="val 96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4224337"/>
            <a:ext cx="3505200" cy="1190625"/>
          </a:xfrm>
          <a:prstGeom prst="roundRect">
            <a:avLst>
              <a:gd name="adj" fmla="val 96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7200" y="4224337"/>
            <a:ext cx="3505200" cy="1190625"/>
          </a:xfrm>
          <a:prstGeom prst="roundRect">
            <a:avLst>
              <a:gd name="adj" fmla="val 960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Inter"/>
              </a:rPr>
              <a:t>PROJECT GOALS</a:t>
            </a:r>
            <a:endParaRPr sz="1050" b="1" i="0" u="none">
              <a:solidFill>
                <a:srgbClr val="2563EB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847725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Primary Objectives</a:t>
            </a:r>
            <a:endParaRPr sz="300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3925" y="2919412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1. Eliminate Proxies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3925" y="3281362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Biometric match prevents delegation.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57725" y="2919412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2. Automate Marking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57725" y="3281362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Remove manual transcription steps.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91525" y="2919412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3. Normalised Schema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91525" y="3281362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Relational models with proper keys.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3925" y="4538662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4. Centralise Records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3925" y="4900612"/>
            <a:ext cx="3595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Single authoritative MySQL store.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57725" y="4538662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5. Instant Retrieval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57725" y="4900612"/>
            <a:ext cx="3595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Date and subject specific queries.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91525" y="4538662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Inter"/>
              </a:rPr>
              <a:t>6. Simple Interface</a:t>
            </a:r>
            <a:endParaRPr sz="1650" b="1" i="0" u="none">
              <a:solidFill>
                <a:srgbClr val="0F172A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91525" y="4900612"/>
            <a:ext cx="3595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Browser-based accessible UI.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67400" y="4038600"/>
            <a:ext cx="4572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26953" y="2790825"/>
            <a:ext cx="4738092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8FAFC"/>
                </a:solidFill>
                <a:latin typeface="Inter"/>
              </a:rPr>
              <a:t>End of Review 0</a:t>
            </a:r>
            <a:endParaRPr sz="3600" b="1" i="0" u="none">
              <a:solidFill>
                <a:srgbClr val="F8FAFC"/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67125" y="3505200"/>
            <a:ext cx="48577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Proposal and Feasibility Phase Completed.</a:t>
            </a:r>
            <a:endParaRPr sz="1500" b="0" i="0" u="none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1134</Words>
  <Application>WPS Presentation</Application>
  <PresentationFormat>On-screen Show (4:3)</PresentationFormat>
  <Paragraphs>98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Arial</vt:lpstr>
      <vt:lpstr>Inter</vt:lpstr>
      <vt:lpstr>Segoe Print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WPS_1691586764</cp:lastModifiedBy>
  <cp:revision>2</cp:revision>
  <dcterms:created xsi:type="dcterms:W3CDTF">2013-01-27T09:14:00Z</dcterms:created>
  <dcterms:modified xsi:type="dcterms:W3CDTF">2026-10-03T06:11:57Z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75483F34E1C14495B53952C0870B76B3_12</vt:lpwstr>
  </property>
  <property fmtid="{D5CDD505-2E9C-101B-9397-08002B2CF9AE}" pid="3" name="KSOProductBuildVer">
    <vt:lpwstr>2057-12.2.0.23206</vt:lpwstr>
  </property>
</Properties>
</file>